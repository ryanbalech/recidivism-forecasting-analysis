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missing gang affiliation exactly marked women;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recommended logistic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$5.04M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LOGISTIC 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XGBoost $5.17M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LOGISTIC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lowest · XGB 0.035 · TabICL 0.035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75%–78%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TOP-20% JACCARD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logit 0.772 · XGB 0.747 · TabICL 0.776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errors · AUC Black 0.72 vs White 0.75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persists with age fixed: carried by prior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For support, over-prediction helps women: recalibrating would widen the FNR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Changing thresholds leaves probabilities unchanged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 (logistic): FNR gap -0.096 → +0.000</a:t>
            </a:r>
            <a:br/>
            <a:br/>
            <a:r>
              <a:t>Women FNR 0.80 → 0.72; men 0.70 → 0.72</a:t>
            </a:r>
            <a:br/>
            <a:br/>
            <a:r>
              <a:t>AUC −0.014; 27 fewer re-arrests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Logistic FPDP is flat under a top-20% rule (a constant shifts every score equally). Evaluated on the same labels: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15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logistic regression; run XGBoost as the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XGBoost gains only +0.0025 AUC</a:t>
            </a:r>
            <a:br/>
            <a:br/>
            <a:r>
              <a:t>Native, coefficient-level explanations</a:t>
            </a:r>
            <a:br/>
            <a:br/>
            <a:r>
              <a:t>Lowest refit drift; smaller gender FNR gap (-0.096 vs -0.112)</a:t>
            </a:r>
            <a:br/>
            <a:br/>
            <a:r>
              <a:t>No significant race gap · fastest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5780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633472"/>
            <a:ext cx="46177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Benefit-only allocation</a:t>
            </a:r>
            <a:br/>
            <a:br/>
            <a:r>
              <a:t>XGBoost as shadow challenger</a:t>
            </a:r>
            <a:br/>
            <a:br/>
            <a:r>
              <a:t>Prospective shadow validation</a:t>
            </a:r>
            <a:br/>
            <a:br/>
            <a:r>
              <a:t>Appeal route, logs, quarterly audits, stop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16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