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missing gang affiliation exactly marked women;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selection, FNR, FPR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age is an input: needs a stated justification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Changing decision thresholds leaves probabilities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Equal FPR alone is not equalized odds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re-estimate: equal-opportunity p 0.000 → 0.995 (logistic)</a:t>
            </a:r>
            <a:br/>
            <a:br/>
            <a:r>
              <a:t>AUC cost ≈ 0.014, ~6× the XGB − logistic gap</a:t>
            </a:r>
            <a:br/>
            <a:br/>
            <a:r>
              <a:t>Statistical parity still rejected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FPDP identifies candidate variables: association, not causation.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MITIGATION, VALIDATED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Selecting and testing the fix on different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828FA0"/>
                </a:solidFill>
                <a:latin typeface="Aptos"/>
              </a:defRPr>
            </a:pPr>
            <a:r>
              <a:t>IN-SAMPLE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chosen AND scored on the same cohort</a:t>
            </a:r>
            <a:br/>
            <a:br/>
            <a:r>
              <a:t>Equal-opportunity p 0.000 → 1.00</a:t>
            </a:r>
            <a:br/>
            <a:br/>
            <a:r>
              <a:t>An upper bound, not evidence of generalisation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re-selected inside each training fold, scored on held-out folds</a:t>
            </a:r>
            <a:br/>
            <a:br/>
            <a:r>
              <a:t>Same variable selected in 100% of folds</a:t>
            </a:r>
            <a:br/>
            <a:br/>
            <a:r>
              <a:t>Gender FNR gap -0.122 → -0.035  ·  AUC -0.010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evaluation cohort is never touched. About 70% of the gap closes out of fold, for roughly one AUC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XGBoost; retain logistic as a transparent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Best calibrated (ECE 0.011)</a:t>
            </a:r>
            <a:br/>
            <a:br/>
            <a:r>
              <a:t>+12 events captured at 20% capacity</a:t>
            </a:r>
            <a:br/>
            <a:br/>
            <a:r>
              <a:t>AUC edge +0.0025, interval excludes 0</a:t>
            </a:r>
            <a:br/>
            <a:br/>
            <a:r>
              <a:t>SHAP + surrogate available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WHAT IT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Wider gender FNR gap (−0.11 vs −0.10)</a:t>
            </a:r>
            <a:br/>
            <a:br/>
            <a:r>
              <a:t>Least stable selected set (J 0.75)</a:t>
            </a:r>
            <a:br/>
            <a:br/>
            <a:r>
              <a:t>Needs a second tool to explain</a:t>
            </a:r>
            <a:br/>
            <a:br/>
            <a:r>
              <a:t>~9× slower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WHAT REVERSES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Audit requires a directly readable model</a:t>
            </a:r>
            <a:br/>
            <a:br/>
            <a:r>
              <a:t>Agencies too small for SHAP infrastructure</a:t>
            </a:r>
            <a:br/>
            <a:br/>
            <a:r>
              <a:t>Stability of the selected set is contractual</a:t>
            </a:r>
            <a:br/>
            <a:br/>
            <a:r>
              <a:t>Then: ship logistic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gap the mitigation closes (0.08) dwarfs the gap between the two models (0.016): disparity is a feature-set property, not an estimator choice.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B8500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88036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Supporting evidence</a:t>
            </a:r>
            <a:br/>
            <a:r>
              <a:t>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45262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Aptos"/>
              </a:defRPr>
            </a:pPr>
            <a:r>
              <a:t>Learning curve · economic sensitivity · interpretability methods · explanation disagreement · LIME fidelity · stability · process 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A1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A2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$5.17M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XGBOOST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A3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A4 · EXPLANATION DISAGREEMENT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SHAP, permutation importance and XPER rank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lanation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680960" cy="384651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explains the prediction</a:t>
            </a:r>
            <a:br/>
            <a:br/>
            <a:r>
              <a:t>Permutation importance explains loss</a:t>
            </a:r>
            <a:br/>
            <a:br/>
            <a:r>
              <a:t>XPER decomposes AUC</a:t>
            </a:r>
            <a:br/>
            <a:br/>
            <a:r>
              <a:t>Different questions, so different rankings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Top-10 sets largely coincide; ordering is method-dependent. Quote the set, not the rank.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A5 · LIME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the local explanation faithful?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e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11430000" cy="37806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B8500"/>
                </a:solidFill>
                <a:latin typeface="Aptos"/>
              </a:defRPr>
            </a:pPr>
            <a:r>
              <a:t>Category-aware perturbation raised local fidelity from R² 0.25 to ≈0.41. Three fixed cases × three seeds; every condition keeps its sign.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A6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0.035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77.6%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TABICL JACCARD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A7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