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Forecasting risk,</a:t>
            </a:r>
            <a:br/>
            <a:r>
              <a:t>examining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Original split, with explicit validation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8"/>
            <a:ext cx="10698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variables excluded; race, gender and geography retained only for audit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and fixed a representation leak: missing gang affiliation exactly marked women; mode-fill plus a regression audit now blocks 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Evaluation data were repeatedly inspected during development; fresh validation is 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CV-tuned L1, C=0.2154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16-member GPU ensemble</a:t>
            </a:r>
            <a:br/>
            <a:br/>
            <a:r>
              <a:t>Training-only size sweep; no native attribution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Comparison with the historical recorded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This historical comparison does not establish superiority to current agency products. Dollar gains are scenarios.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Compare ranking, probability loss and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GAP · XGB − LOGIT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paired bootstrap: significant,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All three models are within ~0.003 AUC; ECE differences are not significant. Performance alone cannot pick the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Subsamples of one Georgia cohort test sample-size sensitivity; they do not validate transfer to other agencies.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$5.17M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XGBOOST NET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Prediction explanations and their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69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surrogate: imperfect fidelity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0.036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77.0%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TABICL JACCARD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Jaccard is intersection / union, not the share of people switching. Refit sensitivity is not temporal validation.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 at the proposed allocation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support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21667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-0.10 to -0.12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FNR GAP (M − 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women miss support more · all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3 / 3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RACE: EQUIVALENT ±5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TOST on selection, FNR, FPR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-0.23 to -0.24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AGE FNR GAP (&lt;33 − 33+)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7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age is an input: needs a stated justification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Selection = support offered, so the harm is a missed offer: FNR is primary. Not significant ≠ fair; we test equivalence.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Fairness: probability scores and allocation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SCORE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Women are over-predicted by every model: mean score 0.52 vs observed 0.45</a:t>
            </a:r>
            <a:br/>
            <a:br/>
            <a:r>
              <a:t>Yet they are selected less at the top 20%</a:t>
            </a:r>
            <a:br/>
            <a:br/>
            <a:r>
              <a:t>Changing decision thresholds leaves probabilities unchanged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ALLOCATION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FPR, TPR and selection rates depend on policy</a:t>
            </a:r>
            <a:br/>
            <a:br/>
            <a:r>
              <a:t>Equal FPR alone is not equalized odds</a:t>
            </a:r>
            <a:br/>
            <a:br/>
            <a:r>
              <a:t>Our threshold frontier uses evaluation labels: illustrative, not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FAIRNESS INTERPRETABILITY (FPDP)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Where does the gender gap come from?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pdp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7680960" cy="47439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611880" cy="457200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78308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CANDIDATE: 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496312"/>
            <a:ext cx="29718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Never recorded for women; imputed as "No"</a:t>
            </a:r>
            <a:br/>
            <a:br/>
            <a:r>
              <a:t>Drop + re-estimate: equal-opportunity p 0.000 → 0.995 (logistic)</a:t>
            </a:r>
            <a:br/>
            <a:br/>
            <a:r>
              <a:t>AUC cost ≈ 0.014, ~6× the XGB − logistic gap</a:t>
            </a:r>
            <a:br/>
            <a:br/>
            <a:r>
              <a:t>Statistical parity still rejected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FPDP identifies candidate variables (association, not causation). Mitigation is evaluated on the same labels: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13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30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JOURNEY.md — every step measured, including the attempts we rejected.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14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94" y="1481328"/>
            <a:ext cx="6399331" cy="4782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15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Pilot XGBoost; retain logistic as a transparent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Competitive probability loss</a:t>
            </a:r>
            <a:br/>
            <a:br/>
            <a:r>
              <a:t>Audit subgroup errors</a:t>
            </a:r>
            <a:br/>
            <a:br/>
            <a:r>
              <a:t>SHAP explanations available</a:t>
            </a:r>
            <a:br/>
            <a:br/>
            <a:r>
              <a:t>Low inference cost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Benefit-only allocation</a:t>
            </a:r>
            <a:br/>
            <a:br/>
            <a:r>
              <a:t>Logistic as transparent challenger</a:t>
            </a:r>
            <a:br/>
            <a:br/>
            <a:r>
              <a:t>Prospective shadow validation</a:t>
            </a:r>
            <a:br/>
            <a:br/>
            <a:r>
              <a:t>Appeal route, logs, quarterly audits, stop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16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Race, gender, age at the deployed point + FPDP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