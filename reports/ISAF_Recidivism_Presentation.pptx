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0.035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77.6%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selection, FNR, FPR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age is an input: needs a stated justification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re-estimate: equal-opportunity p 0.000 → 0.995 (logistic)</a:t>
            </a:r>
            <a:br/>
            <a:br/>
            <a:r>
              <a:t>AUC cost ≈ 0.014, ~6× the XGB − logistic gap</a:t>
            </a:r>
            <a:br/>
            <a:br/>
            <a:r>
              <a:t>Statistical parity still 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FPDP identifies candidate variables (association, not causation). Mitigation is evaluated on the same labels: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Competitive probability loss</a:t>
            </a:r>
            <a:br/>
            <a:br/>
            <a:r>
              <a:t>Audit subgroup errors</a:t>
            </a:r>
            <a:br/>
            <a:br/>
            <a:r>
              <a:t>SHAP explanations available</a:t>
            </a:r>
            <a:br/>
            <a:br/>
            <a:r>
              <a:t>Low inference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16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