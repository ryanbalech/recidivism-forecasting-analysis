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0.0112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ECE ·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Paired bootstrap compares differences directly; see paired_comparisons.csv. Results remain exploratory.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TABICL JACCARD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0.039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XGB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 FPR · XGB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Different operating points produce different allocations and errors. Audit the proposed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Do probabilities match observed rates?</a:t>
            </a:r>
            <a:br/>
            <a:br/>
            <a:r>
              <a:t>Report group calibration and uncertainty</a:t>
            </a:r>
            <a:br/>
            <a:br/>
            <a:r>
              <a:t>Changing decision thresholds leaves probabilities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Equal FPR alone is not equalized odds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596" y="1481328"/>
            <a:ext cx="6394327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XGBoost; retain logistic as a transparent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Competitive probability loss</a:t>
            </a:r>
            <a:br/>
            <a:br/>
            <a:r>
              <a:t>Audit subgroup errors</a:t>
            </a:r>
            <a:br/>
            <a:br/>
            <a:r>
              <a:t>SHAP explanations available</a:t>
            </a:r>
            <a:br/>
            <a:br/>
            <a:r>
              <a:t>Low inference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 + gender, at the deployed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