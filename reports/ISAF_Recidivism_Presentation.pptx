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gang affiliation is missing for every woman and no man, so with missingness indicators gender is recoverable at AUC 1.00 —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equally), so it measures removing the feature, not a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Native, coefficient-level explanations — no second tool</a:t>
            </a:r>
            <a:br/>
            <a:br/>
            <a:r>
              <a:t>Lower refit drift on all 28 pairs (0.0322 vs 0.0351)</a:t>
            </a:r>
            <a:br/>
            <a:br/>
            <a:r>
              <a:t>More stable selected set (J 0.772 vs 0.747)</a:t>
            </a:r>
            <a:br/>
            <a:br/>
            <a:r>
              <a:t>~9× faster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WE GIVE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AUC edge +0.0025 and Brier −0.0010</a:t>
            </a:r>
            <a:br/>
            <a:br/>
            <a:r>
              <a:t>Calibration is a tie, not a loss: both indistinguishable from perfect</a:t>
            </a:r>
            <a:br/>
            <a:br/>
            <a:r>
              <a:t>Captured re-arrests: interval 29 to 0 includes 0</a:t>
            </a:r>
            <a:br/>
            <a:br/>
            <a:r>
              <a:t>Significant, but not at the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The score is quoted numerically to supervisees</a:t>
            </a:r>
            <a:br/>
            <a:br/>
            <a:r>
              <a:t>Capacity large enough that +12 offers matters</a:t>
            </a:r>
            <a:br/>
            <a:br/>
            <a:r>
              <a:t>A feature set that widens the margin</a:t>
            </a:r>
            <a:br/>
            <a:br/>
            <a:r>
              <a:t>Then: promote the challenger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Both models select 85% of the same people at the top-20% rule. Fairness and calibration differences between them are not significant.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interpretability methods · explanation disagreement · LIME fidelity · stability · process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docs/JOURNEY.md — every step measured, including the attempts we rejected.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A8 · PROXY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Does excluding an attribute remove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x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680960" cy="27462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Predict the attribute from our own features</a:t>
            </a:r>
            <a:br/>
            <a:br/>
            <a:r>
              <a:t>With missingness: gender AUC 1.00 — the leak, quantified</a:t>
            </a:r>
            <a:br/>
            <a:br/>
            <a:r>
              <a:t>Shipped set: gender 0.78, race 0.71</a:t>
            </a:r>
            <a:br/>
            <a:br/>
            <a:r>
              <a:t>Exclusion is not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99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Proxies are gun charges, mental-health/substance conditions, violent arrests, age — the substance of the assessment, not incidental fields.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A9 · DECISION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this person's offer survive a different sample?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dividu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11521440" cy="32686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44768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14% of decisions flip between refits, and about 34% of those actually prioritised sit at that margin. Abstaining on them raises precision and WIDENS the gender gap: women are concentrated at the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