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Forecasting risk,</a:t>
            </a:r>
            <a:br/>
            <a:r>
              <a:t>examining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Original split, with explicit validation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8"/>
            <a:ext cx="106984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Post-release variables excluded; race, gender and geography retained only for audit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Found and fixed a representation leak: missing gang affiliation exactly marked women; mode-fill plus a regression audit now blocks 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Evaluation data were repeatedly inspected during development; fresh validation is still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CV-tuned L1, C=0.2154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16-member GPU ensemble</a:t>
            </a:r>
            <a:br/>
            <a:br/>
            <a:r>
              <a:t>Training-only size sweep; no native attribution implemented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Comparison with the historical recorded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recommended logistic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This historical comparison does not establish superiority to current agency products. Dollar gains are scenarios.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Compare ranking, probability loss and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GAP · XGB − LOGIT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paired bootstrap: significant,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All three models are within ~0.003 AUC; ECE differences are not significant. Performance alone cannot pick the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 at the proposed allocation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support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421667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-0.10 to -0.12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FNR GAP (M − 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women miss support more · all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3 / 3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RACE: EQUIVALENT ±5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TOST on errors · AUC Black 0.72 vs White 0.75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-0.23 to -0.24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AGE FNR GAP (&lt;33 − 33+)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7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persists with age fixed: carried by prior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Selection = support offered, so the harm is a missed offer: FNR is primary. Not significant ≠ fair; we test equivalence.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Fairness: probability scores and allocation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SCORE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Women are over-predicted by every model: mean score 0.52 vs observed 0.45</a:t>
            </a:r>
            <a:br/>
            <a:br/>
            <a:r>
              <a:t>Yet they are selected less at the top 20%</a:t>
            </a:r>
            <a:br/>
            <a:br/>
            <a:r>
              <a:t>For support, over-prediction helps women: recalibrating would widen the FNR gap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ALLOCATION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FPR, TPR and selection rates depend on policy</a:t>
            </a:r>
            <a:br/>
            <a:br/>
            <a:r>
              <a:t>Changing thresholds leaves probabilities unchanged</a:t>
            </a:r>
            <a:br/>
            <a:br/>
            <a:r>
              <a:t>Our threshold frontier uses evaluation labels: illustrative, not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FAIRNESS INTERPRETABILITY (FPDP)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Where does the gender gap come from?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pdp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7680960" cy="474393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611880" cy="457200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78308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CANDIDATE: 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496312"/>
            <a:ext cx="29718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Never recorded for women; imputed as "No"</a:t>
            </a:r>
            <a:br/>
            <a:br/>
            <a:r>
              <a:t>Drop + re-estimate (logistic): FNR gap -0.096 → +0.000</a:t>
            </a:r>
            <a:br/>
            <a:br/>
            <a:r>
              <a:t>Women FNR 0.80 → 0.72; men 0.70 → 0.72</a:t>
            </a:r>
            <a:br/>
            <a:br/>
            <a:r>
              <a:t>AUC −0.014; 27 fewer re-arrests captured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Logistic FPDP is flat under a top-20% rule (a constant shifts every score equally), so it measures removing the feature, not a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MITIGATION, VALIDATED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Selecting and testing the fix on different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828FA0"/>
                </a:solidFill>
                <a:latin typeface="Aptos"/>
              </a:defRPr>
            </a:pPr>
            <a:r>
              <a:t>IN-SAMPLE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Candidate chosen AND scored on the same cohort</a:t>
            </a:r>
            <a:br/>
            <a:br/>
            <a:r>
              <a:t>Equal-opportunity p 0.000 → 1.00</a:t>
            </a:r>
            <a:br/>
            <a:br/>
            <a:r>
              <a:t>An upper bound, not evidence of generalisation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OUT-OF-FOLD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Candidate re-selected inside each training fold, scored on held-out folds</a:t>
            </a:r>
            <a:br/>
            <a:br/>
            <a:r>
              <a:t>Same variable selected in 100% of folds</a:t>
            </a:r>
            <a:br/>
            <a:br/>
            <a:r>
              <a:t>Gender FNR gap -0.122 → -0.035  ·  AUC -0.010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The evaluation cohort is never touched. About 70% of the gap closes out of fold, for roughly one AUC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94" y="1481328"/>
            <a:ext cx="6399331" cy="4782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Pilot logistic regression; run XGBoost as the 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Native, coefficient-level explanations — no second tool</a:t>
            </a:r>
            <a:br/>
            <a:br/>
            <a:r>
              <a:t>Lower refit drift on all 28 pairs (0.0322 vs 0.0351)</a:t>
            </a:r>
            <a:br/>
            <a:br/>
            <a:r>
              <a:t>More stable selected set (J 0.772 vs 0.747)</a:t>
            </a:r>
            <a:br/>
            <a:br/>
            <a:r>
              <a:t>~9× faster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WHAT WE GIVE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XGBoost AUC edge +0.0025 and Brier −0.0010</a:t>
            </a:r>
            <a:br/>
            <a:br/>
            <a:r>
              <a:t>Calibration is a tie, not a loss: both indistinguishable from perfect</a:t>
            </a:r>
            <a:br/>
            <a:br/>
            <a:r>
              <a:t>Captured re-arrests: interval 29 to 0 includes 0</a:t>
            </a:r>
            <a:br/>
            <a:br/>
            <a:r>
              <a:t>Significant, but not at the operating 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WHAT REVERSES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The score is quoted numerically to supervisees</a:t>
            </a:r>
            <a:br/>
            <a:br/>
            <a:r>
              <a:t>Capacity large enough that +12 offers matters</a:t>
            </a:r>
            <a:br/>
            <a:br/>
            <a:r>
              <a:t>A feature set that widens the margin</a:t>
            </a:r>
            <a:br/>
            <a:br/>
            <a:r>
              <a:t>Then: promote the challenger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72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Both models select 85% of the same people at the top-20% rule. Fairness and calibration differences between them are not significant.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Race, gender, age at the deployed point + FPDP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37744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B8500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880360"/>
            <a:ext cx="8229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"/>
              </a:defRPr>
            </a:pPr>
            <a:r>
              <a:t>Supporting evidence</a:t>
            </a:r>
            <a:br/>
            <a:r>
              <a:t>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45262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Aptos"/>
              </a:defRPr>
            </a:pPr>
            <a:r>
              <a:t>Learning curve · economic sensitivity · interpretability methods · explanation disagreement · LIME fidelity · stability · process log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A1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Subsamples of one Georgia cohort test sample-size sensitivity; they do not validate transfer to other agencies.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A2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$5.04M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LOGISTIC 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XGBoost $5.17M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A3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Prediction explanations and their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69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+ LIME (local)</a:t>
            </a:r>
            <a:br/>
            <a:br/>
            <a:r>
              <a:t>XPER on AUC (Pérignon)</a:t>
            </a:r>
            <a:br/>
            <a:br/>
            <a:r>
              <a:t>Global surrogate: imperfect fidelity</a:t>
            </a:r>
            <a:br/>
            <a:br/>
            <a:r>
              <a:t>PDP/ICE for all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D64343"/>
                </a:solidFill>
                <a:latin typeface="Aptos"/>
              </a:defRPr>
            </a:pPr>
            <a:r>
              <a:t>TabICLv2 has no native explanation path — a real deployment cost, covered only by model-agnostic PDP/ICE.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A4 · EXPLANATION DISAGREEMENT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SHAP, permutation importance and XPER rank differently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planation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680960" cy="384651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47472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828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542032"/>
            <a:ext cx="2834639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explains the prediction</a:t>
            </a:r>
            <a:br/>
            <a:br/>
            <a:r>
              <a:t>Permutation importance explains loss</a:t>
            </a:r>
            <a:br/>
            <a:br/>
            <a:r>
              <a:t>XPER decomposes AUC</a:t>
            </a:r>
            <a:br/>
            <a:br/>
            <a:r>
              <a:t>Different questions, so different rankings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Top-10 sets largely coincide; ordering is method-dependent. Quote the set, not the rank.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A5 · LIME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Is the local explanation faithful?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me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11430000" cy="37806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B8500"/>
                </a:solidFill>
                <a:latin typeface="Aptos"/>
              </a:defRPr>
            </a:pPr>
            <a:r>
              <a:t>Category-aware perturbation raised local fidelity from R² 0.25 to ≈0.41. Three fixed cases × three seeds; every condition keeps its sign.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A6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Structural stability across refits on resampled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LOGISTIC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lowest · XGB 0.035 · TabICL 0.035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75%–78%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TOP-20% JACCARD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logit 0.772 · XGB 0.747 · TabICL 0.776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Jaccard is intersection / union, not the share of people switching. Refit sensitivity is not temporal validation.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A7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30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JOURNEY.md — every step measured, including the attempts we rejected.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