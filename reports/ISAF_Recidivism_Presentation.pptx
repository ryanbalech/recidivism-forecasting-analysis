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Better than the tool</a:t>
            </a:r>
            <a:br/>
            <a:r>
              <a:t>agencies already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A clean test set and a strict time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UNTOUCHED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46120"/>
            <a:ext cx="10698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violations, tests, programs and employment excluded to prevent leakage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Race, gender and residence geography excluded from scoring; kept only in the audit layer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+ fixed a subtle leak: Gang_Affiliated is missing for exactly the women — the foundation model read that missingness as gender (now mode-filled, regression-tested, audit script)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Balanced outcome (57.8%), so no resampling; official NIJ split preserves an honest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Regularized linear score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Pretrained in-context transformer</a:t>
            </a:r>
            <a:br/>
            <a:br/>
            <a:r>
              <a:t>No training, no native 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any of this better than today's tool?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existing 1–10 actuarial score is barely better than a coin flip at ranking. Any model nearly doubles net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Among the three: a near-tie, XGBoost calibrates best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ECE ·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Bootstrap 95% intervals overlap — the ranking among the three is not decisive.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TabICLv2 leads on small data (small county); XGBoost catches up as data grows (large state). No crossover — but the gap closes to +0.004 at full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$5.26M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Every prediction, and the performance, explained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714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 R²=0.61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~0.035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(ALL)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76–77%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comparably stable (8 refits each). But ~1 person in 4 changes priority status across refits — scores need governance and monitoring.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Fairness, audited where we actually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28095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XGB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 FPR · XGB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At the top-20% deployment point, gaps are 2–4× smaller than at 0.5 — audit the point you ship.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data shows both sides of the impossibility theorem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RACE — FIXABLE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Base rates near-equal</a:t>
            </a:r>
            <a:br/>
            <a:r>
              <a:t>(0.582 vs 0.564)</a:t>
            </a:r>
            <a:br/>
            <a:br/>
            <a:r>
              <a:t>Calibration + equal error jointly achievable</a:t>
            </a:r>
            <a:br/>
            <a:br/>
            <a:r>
              <a:t>FPR gap is a model property → group thresholds drive it to ~0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GENDER — BINDS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Base rates differ 13.7 pts</a:t>
            </a:r>
            <a:br/>
            <a:r>
              <a:t>(0.591 vs 0.454)</a:t>
            </a:r>
            <a:br/>
            <a:br/>
            <a:r>
              <a:t>Theorem binds: cannot equalize both</a:t>
            </a:r>
            <a:br/>
            <a:br/>
            <a:r>
              <a:t>Equalizing gender FPR decalibrates women — a choice we surface, not hide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49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81328"/>
            <a:ext cx="8138160" cy="6081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Deploy XGBoost; challenger logistic; TabICL for small agencies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Best calibration + net value</a:t>
            </a:r>
            <a:br/>
            <a:br/>
            <a:r>
              <a:t>Smallest gender FPR gap</a:t>
            </a:r>
            <a:br/>
            <a:br/>
            <a:r>
              <a:t>SHAP-explainable</a:t>
            </a:r>
            <a:br/>
            <a:br/>
            <a:r>
              <a:t>35× faster than the TFM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 + gender, at the deployed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